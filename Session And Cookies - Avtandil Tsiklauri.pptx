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  <p:embeddedFont>
      <p:font typeface="Poppins Bold" panose="00000800000000000000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-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77666">
            <a:off x="8443658" y="5370633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941020">
            <a:off x="-3526188" y="-6405116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81857" y="8291827"/>
            <a:ext cx="106143" cy="966473"/>
            <a:chOff x="0" y="0"/>
            <a:chExt cx="626900" cy="57081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6900" cy="5708159"/>
            </a:xfrm>
            <a:custGeom>
              <a:avLst/>
              <a:gdLst/>
              <a:ahLst/>
              <a:cxnLst/>
              <a:rect l="l" t="t" r="r" b="b"/>
              <a:pathLst>
                <a:path w="626900" h="5708159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68697" y="4562684"/>
            <a:ext cx="15550605" cy="96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8"/>
              </a:lnSpc>
              <a:spcBef>
                <a:spcPct val="0"/>
              </a:spcBef>
            </a:pPr>
            <a:r>
              <a:rPr lang="en-US" sz="564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Session And</a:t>
            </a:r>
            <a:r>
              <a:rPr lang="ka-GE" sz="564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564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Cookies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6083062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AVTANDIL TSIKLAURI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41356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77666">
            <a:off x="8443658" y="5370633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941020">
            <a:off x="-3526188" y="-6405116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81857" y="8291827"/>
            <a:ext cx="106143" cy="966473"/>
            <a:chOff x="0" y="0"/>
            <a:chExt cx="626900" cy="57081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6900" cy="5708159"/>
            </a:xfrm>
            <a:custGeom>
              <a:avLst/>
              <a:gdLst/>
              <a:ahLst/>
              <a:cxnLst/>
              <a:rect l="l" t="t" r="r" b="b"/>
              <a:pathLst>
                <a:path w="626900" h="5708159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379176" y="3497138"/>
            <a:ext cx="2415938" cy="47625"/>
            <a:chOff x="0" y="0"/>
            <a:chExt cx="636296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6296" cy="12543"/>
            </a:xfrm>
            <a:custGeom>
              <a:avLst/>
              <a:gdLst/>
              <a:ahLst/>
              <a:cxnLst/>
              <a:rect l="l" t="t" r="r" b="b"/>
              <a:pathLst>
                <a:path w="636296" h="12543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79176" y="4124235"/>
            <a:ext cx="677751" cy="67775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79176" y="5497311"/>
            <a:ext cx="677751" cy="67775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79176" y="6870387"/>
            <a:ext cx="677751" cy="67775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19193" y="2464728"/>
            <a:ext cx="9822163" cy="5357544"/>
          </a:xfrm>
          <a:custGeom>
            <a:avLst/>
            <a:gdLst/>
            <a:ahLst/>
            <a:cxnLst/>
            <a:rect l="l" t="t" r="r" b="b"/>
            <a:pathLst>
              <a:path w="9822163" h="5357544">
                <a:moveTo>
                  <a:pt x="0" y="0"/>
                </a:moveTo>
                <a:lnTo>
                  <a:pt x="9822163" y="0"/>
                </a:lnTo>
                <a:lnTo>
                  <a:pt x="9822163" y="5357544"/>
                </a:lnTo>
                <a:lnTo>
                  <a:pt x="0" y="5357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354773" y="2183053"/>
            <a:ext cx="7880155" cy="117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Session-</a:t>
            </a:r>
            <a:r>
              <a:rPr lang="ka-GE" sz="33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ის კონცეფცია და მუშაობის პრინციპი</a:t>
            </a:r>
            <a:endParaRPr lang="en-US" sz="33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399826" y="4261079"/>
            <a:ext cx="589879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მონაცემები ინახება სერვერზე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69996" y="430023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6083062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AVTANDIL TSIKLAURI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41356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69996" y="567330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99826" y="5488841"/>
            <a:ext cx="4834925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თითოეულ მომხმარებელს აქვს უნიკალური ID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69996" y="7046384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99826" y="6891547"/>
            <a:ext cx="5112322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გამოიყენება დროებითი ინფორმაციისთვის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77666">
            <a:off x="8443658" y="5370633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941020">
            <a:off x="-3526188" y="-6405116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81857" y="8291827"/>
            <a:ext cx="106143" cy="966473"/>
            <a:chOff x="0" y="0"/>
            <a:chExt cx="626900" cy="57081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6900" cy="5708159"/>
            </a:xfrm>
            <a:custGeom>
              <a:avLst/>
              <a:gdLst/>
              <a:ahLst/>
              <a:cxnLst/>
              <a:rect l="l" t="t" r="r" b="b"/>
              <a:pathLst>
                <a:path w="626900" h="5708159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36676" y="3497138"/>
            <a:ext cx="2415938" cy="47625"/>
            <a:chOff x="0" y="0"/>
            <a:chExt cx="636296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6296" cy="12543"/>
            </a:xfrm>
            <a:custGeom>
              <a:avLst/>
              <a:gdLst/>
              <a:ahLst/>
              <a:cxnLst/>
              <a:rect l="l" t="t" r="r" b="b"/>
              <a:pathLst>
                <a:path w="636296" h="12543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36676" y="4124235"/>
            <a:ext cx="677751" cy="67775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36676" y="5497311"/>
            <a:ext cx="677751" cy="67775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36676" y="6870387"/>
            <a:ext cx="677751" cy="67775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42078" y="2611183"/>
            <a:ext cx="9125466" cy="5064633"/>
          </a:xfrm>
          <a:custGeom>
            <a:avLst/>
            <a:gdLst/>
            <a:ahLst/>
            <a:cxnLst/>
            <a:rect l="l" t="t" r="r" b="b"/>
            <a:pathLst>
              <a:path w="9125466" h="5064633">
                <a:moveTo>
                  <a:pt x="0" y="0"/>
                </a:moveTo>
                <a:lnTo>
                  <a:pt x="9125466" y="0"/>
                </a:lnTo>
                <a:lnTo>
                  <a:pt x="9125466" y="5064634"/>
                </a:lnTo>
                <a:lnTo>
                  <a:pt x="0" y="506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821690" y="2183053"/>
            <a:ext cx="7880155" cy="117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Cookies-</a:t>
            </a:r>
            <a:r>
              <a:rPr lang="ka-GE" sz="33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ის კონცეფცია და დანიშნულება</a:t>
            </a:r>
            <a:endParaRPr lang="en-US" sz="33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827355" y="4274198"/>
            <a:ext cx="589879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ინახება მომხმარებლის ბრაუზერში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7496" y="430023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6083062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AVTANDIL TSIKLAURI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41356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27496" y="567330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27355" y="5647274"/>
            <a:ext cx="48349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მცირე ზომის მონაცემები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27496" y="7046384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27355" y="7036859"/>
            <a:ext cx="58688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აქვს მოქმედების ვადა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77666">
            <a:off x="8443658" y="5370633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941020">
            <a:off x="-3526188" y="-6405116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81857" y="8291827"/>
            <a:ext cx="106143" cy="966473"/>
            <a:chOff x="0" y="0"/>
            <a:chExt cx="626900" cy="57081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6900" cy="5708159"/>
            </a:xfrm>
            <a:custGeom>
              <a:avLst/>
              <a:gdLst/>
              <a:ahLst/>
              <a:cxnLst/>
              <a:rect l="l" t="t" r="r" b="b"/>
              <a:pathLst>
                <a:path w="626900" h="5708159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36676" y="3497138"/>
            <a:ext cx="2415938" cy="47625"/>
            <a:chOff x="0" y="0"/>
            <a:chExt cx="636296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6296" cy="12543"/>
            </a:xfrm>
            <a:custGeom>
              <a:avLst/>
              <a:gdLst/>
              <a:ahLst/>
              <a:cxnLst/>
              <a:rect l="l" t="t" r="r" b="b"/>
              <a:pathLst>
                <a:path w="636296" h="12543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36676" y="4124235"/>
            <a:ext cx="677751" cy="67775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36676" y="5497311"/>
            <a:ext cx="677751" cy="67775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36676" y="6870387"/>
            <a:ext cx="677751" cy="67775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400430" y="2230798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836676" y="2865117"/>
            <a:ext cx="9280080" cy="49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Session </a:t>
            </a:r>
            <a:r>
              <a:rPr lang="ka-GE" sz="29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და </a:t>
            </a:r>
            <a:r>
              <a:rPr lang="en-US" sz="29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Cookies — </a:t>
            </a:r>
            <a:r>
              <a:rPr lang="ka-GE" sz="29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ძირითადი განსხვავებები</a:t>
            </a:r>
            <a:endParaRPr lang="en-US" sz="29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827355" y="4274198"/>
            <a:ext cx="589879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Session — სერვერზე, Cookie — ბრაუზერში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7496" y="430023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6083062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AVTANDIL TSIKLAURI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41356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27496" y="567330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27355" y="5663784"/>
            <a:ext cx="48349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Session უფრო უსაფრთხოა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27496" y="7046384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27355" y="7036859"/>
            <a:ext cx="58688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Cookie შეიძლება იყოს გრძელვადიანი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77666">
            <a:off x="8443658" y="5370633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941020">
            <a:off x="-3526188" y="-6405116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81857" y="8291827"/>
            <a:ext cx="106143" cy="966473"/>
            <a:chOff x="0" y="0"/>
            <a:chExt cx="626900" cy="57081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6900" cy="5708159"/>
            </a:xfrm>
            <a:custGeom>
              <a:avLst/>
              <a:gdLst/>
              <a:ahLst/>
              <a:cxnLst/>
              <a:rect l="l" t="t" r="r" b="b"/>
              <a:pathLst>
                <a:path w="626900" h="5708159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36676" y="3497138"/>
            <a:ext cx="2415938" cy="47625"/>
            <a:chOff x="0" y="0"/>
            <a:chExt cx="636296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6296" cy="12543"/>
            </a:xfrm>
            <a:custGeom>
              <a:avLst/>
              <a:gdLst/>
              <a:ahLst/>
              <a:cxnLst/>
              <a:rect l="l" t="t" r="r" b="b"/>
              <a:pathLst>
                <a:path w="636296" h="12543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36676" y="4124235"/>
            <a:ext cx="677751" cy="67775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36676" y="5497311"/>
            <a:ext cx="677751" cy="67775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36676" y="6870387"/>
            <a:ext cx="677751" cy="67775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25178" y="2571298"/>
            <a:ext cx="9397173" cy="5720529"/>
          </a:xfrm>
          <a:custGeom>
            <a:avLst/>
            <a:gdLst/>
            <a:ahLst/>
            <a:cxnLst/>
            <a:rect l="l" t="t" r="r" b="b"/>
            <a:pathLst>
              <a:path w="9397173" h="5720529">
                <a:moveTo>
                  <a:pt x="0" y="0"/>
                </a:moveTo>
                <a:lnTo>
                  <a:pt x="9397173" y="0"/>
                </a:lnTo>
                <a:lnTo>
                  <a:pt x="9397173" y="5720529"/>
                </a:lnTo>
                <a:lnTo>
                  <a:pt x="0" y="5720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836676" y="2741310"/>
            <a:ext cx="9280080" cy="51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ka-GE" sz="29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გამოყენება და უსაფრთხოება</a:t>
            </a:r>
            <a:endParaRPr lang="en-US" sz="29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827355" y="4274198"/>
            <a:ext cx="589879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ავტორიზაცია (login სისტემები)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7496" y="430023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6083062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AVTANDIL TSIKLAURI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41356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27496" y="567330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28752" y="5647274"/>
            <a:ext cx="48349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მომხმარებლის პარამეტრები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27496" y="7046384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27355" y="6989664"/>
            <a:ext cx="58688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უსაფრთხოების რისკები (Cookies)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77666">
            <a:off x="8443658" y="5370633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941020">
            <a:off x="-3526188" y="-6405116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81857" y="8291827"/>
            <a:ext cx="106143" cy="966473"/>
            <a:chOff x="0" y="0"/>
            <a:chExt cx="626900" cy="57081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6900" cy="5708159"/>
            </a:xfrm>
            <a:custGeom>
              <a:avLst/>
              <a:gdLst/>
              <a:ahLst/>
              <a:cxnLst/>
              <a:rect l="l" t="t" r="r" b="b"/>
              <a:pathLst>
                <a:path w="626900" h="5708159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36676" y="3497138"/>
            <a:ext cx="2415938" cy="47625"/>
            <a:chOff x="0" y="0"/>
            <a:chExt cx="636296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6296" cy="12543"/>
            </a:xfrm>
            <a:custGeom>
              <a:avLst/>
              <a:gdLst/>
              <a:ahLst/>
              <a:cxnLst/>
              <a:rect l="l" t="t" r="r" b="b"/>
              <a:pathLst>
                <a:path w="636296" h="12543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36676" y="4124235"/>
            <a:ext cx="677751" cy="67775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36676" y="5497311"/>
            <a:ext cx="677751" cy="67775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36676" y="6870387"/>
            <a:ext cx="677751" cy="67775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92335" y="1807708"/>
            <a:ext cx="9330016" cy="2789706"/>
          </a:xfrm>
          <a:custGeom>
            <a:avLst/>
            <a:gdLst/>
            <a:ahLst/>
            <a:cxnLst/>
            <a:rect l="l" t="t" r="r" b="b"/>
            <a:pathLst>
              <a:path w="9330016" h="2789706">
                <a:moveTo>
                  <a:pt x="0" y="0"/>
                </a:moveTo>
                <a:lnTo>
                  <a:pt x="9330016" y="0"/>
                </a:lnTo>
                <a:lnTo>
                  <a:pt x="9330016" y="2789705"/>
                </a:lnTo>
                <a:lnTo>
                  <a:pt x="0" y="27897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92335" y="5331400"/>
            <a:ext cx="9128990" cy="3077974"/>
          </a:xfrm>
          <a:custGeom>
            <a:avLst/>
            <a:gdLst/>
            <a:ahLst/>
            <a:cxnLst/>
            <a:rect l="l" t="t" r="r" b="b"/>
            <a:pathLst>
              <a:path w="9128990" h="3077974">
                <a:moveTo>
                  <a:pt x="0" y="0"/>
                </a:moveTo>
                <a:lnTo>
                  <a:pt x="9128990" y="0"/>
                </a:lnTo>
                <a:lnTo>
                  <a:pt x="9128990" y="3077974"/>
                </a:lnTo>
                <a:lnTo>
                  <a:pt x="0" y="3077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836676" y="2872663"/>
            <a:ext cx="9280080" cy="46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Session-</a:t>
            </a:r>
            <a:r>
              <a:rPr lang="ka-GE" sz="27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ის პრაქტიკული გამოყენება </a:t>
            </a:r>
            <a:r>
              <a:rPr lang="en-US" sz="27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PHP-</a:t>
            </a:r>
            <a:r>
              <a:rPr lang="ka-GE" sz="27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ში</a:t>
            </a:r>
            <a:endParaRPr lang="en-US" sz="27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827355" y="4274198"/>
            <a:ext cx="589879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session_start()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7496" y="430023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-6083062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AVTANDIL TSIKLAURI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41356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7496" y="567330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14477" y="5663784"/>
            <a:ext cx="48349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მონაცემის შენახვა $_SESSION-ში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7496" y="7046384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27355" y="7020349"/>
            <a:ext cx="58688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მონაცემის წაკითხვა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77666">
            <a:off x="8443658" y="5370633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941020">
            <a:off x="-3526188" y="-6405116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81857" y="8291827"/>
            <a:ext cx="106143" cy="966473"/>
            <a:chOff x="0" y="0"/>
            <a:chExt cx="626900" cy="57081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6900" cy="5708159"/>
            </a:xfrm>
            <a:custGeom>
              <a:avLst/>
              <a:gdLst/>
              <a:ahLst/>
              <a:cxnLst/>
              <a:rect l="l" t="t" r="r" b="b"/>
              <a:pathLst>
                <a:path w="626900" h="5708159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36676" y="3497138"/>
            <a:ext cx="2415938" cy="47625"/>
            <a:chOff x="0" y="0"/>
            <a:chExt cx="636296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6296" cy="12543"/>
            </a:xfrm>
            <a:custGeom>
              <a:avLst/>
              <a:gdLst/>
              <a:ahLst/>
              <a:cxnLst/>
              <a:rect l="l" t="t" r="r" b="b"/>
              <a:pathLst>
                <a:path w="636296" h="12543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36676" y="4124235"/>
            <a:ext cx="677751" cy="67775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36676" y="5497311"/>
            <a:ext cx="677751" cy="67775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36676" y="6870387"/>
            <a:ext cx="677751" cy="67775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77338" y="3166942"/>
            <a:ext cx="9455658" cy="1430471"/>
          </a:xfrm>
          <a:custGeom>
            <a:avLst/>
            <a:gdLst/>
            <a:ahLst/>
            <a:cxnLst/>
            <a:rect l="l" t="t" r="r" b="b"/>
            <a:pathLst>
              <a:path w="9455658" h="1430471">
                <a:moveTo>
                  <a:pt x="0" y="0"/>
                </a:moveTo>
                <a:lnTo>
                  <a:pt x="9455658" y="0"/>
                </a:lnTo>
                <a:lnTo>
                  <a:pt x="9455658" y="1430471"/>
                </a:lnTo>
                <a:lnTo>
                  <a:pt x="0" y="143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77338" y="5242815"/>
            <a:ext cx="8903641" cy="2695598"/>
          </a:xfrm>
          <a:custGeom>
            <a:avLst/>
            <a:gdLst/>
            <a:ahLst/>
            <a:cxnLst/>
            <a:rect l="l" t="t" r="r" b="b"/>
            <a:pathLst>
              <a:path w="8903641" h="2695598">
                <a:moveTo>
                  <a:pt x="0" y="0"/>
                </a:moveTo>
                <a:lnTo>
                  <a:pt x="8903641" y="0"/>
                </a:lnTo>
                <a:lnTo>
                  <a:pt x="8903641" y="2695598"/>
                </a:lnTo>
                <a:lnTo>
                  <a:pt x="0" y="2695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836676" y="2872663"/>
            <a:ext cx="9280080" cy="46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Cookies-</a:t>
            </a:r>
            <a:r>
              <a:rPr lang="ka-GE" sz="27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ის პრაქტიკული გამოყენება </a:t>
            </a:r>
            <a:r>
              <a:rPr lang="en-US" sz="27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PHP-</a:t>
            </a:r>
            <a:r>
              <a:rPr lang="ka-GE" sz="27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ში</a:t>
            </a:r>
            <a:endParaRPr lang="en-US" sz="27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827355" y="4274198"/>
            <a:ext cx="589879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setcookie() ფუნქცია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7496" y="430023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-6083062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AVTANDIL TSIKLAURI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41356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7496" y="567330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14477" y="5663784"/>
            <a:ext cx="48349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დროის განსაზღვრა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7496" y="7046384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27355" y="7020349"/>
            <a:ext cx="58688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$_COOKIE გამოყენება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77666">
            <a:off x="8443658" y="5370633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941020">
            <a:off x="-3526188" y="-6405116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81857" y="8291827"/>
            <a:ext cx="106143" cy="966473"/>
            <a:chOff x="0" y="0"/>
            <a:chExt cx="626900" cy="57081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6900" cy="5708159"/>
            </a:xfrm>
            <a:custGeom>
              <a:avLst/>
              <a:gdLst/>
              <a:ahLst/>
              <a:cxnLst/>
              <a:rect l="l" t="t" r="r" b="b"/>
              <a:pathLst>
                <a:path w="626900" h="5708159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36676" y="3497138"/>
            <a:ext cx="2415938" cy="47625"/>
            <a:chOff x="0" y="0"/>
            <a:chExt cx="636296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6296" cy="12543"/>
            </a:xfrm>
            <a:custGeom>
              <a:avLst/>
              <a:gdLst/>
              <a:ahLst/>
              <a:cxnLst/>
              <a:rect l="l" t="t" r="r" b="b"/>
              <a:pathLst>
                <a:path w="636296" h="12543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36676" y="4124235"/>
            <a:ext cx="677751" cy="67775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36676" y="5497311"/>
            <a:ext cx="677751" cy="67775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36676" y="6870387"/>
            <a:ext cx="677751" cy="67775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3827" y="3187924"/>
            <a:ext cx="9237549" cy="4618774"/>
          </a:xfrm>
          <a:custGeom>
            <a:avLst/>
            <a:gdLst/>
            <a:ahLst/>
            <a:cxnLst/>
            <a:rect l="l" t="t" r="r" b="b"/>
            <a:pathLst>
              <a:path w="9237549" h="4618774">
                <a:moveTo>
                  <a:pt x="0" y="0"/>
                </a:moveTo>
                <a:lnTo>
                  <a:pt x="9237549" y="0"/>
                </a:lnTo>
                <a:lnTo>
                  <a:pt x="9237549" y="4618774"/>
                </a:lnTo>
                <a:lnTo>
                  <a:pt x="0" y="4618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836676" y="2741310"/>
            <a:ext cx="9280080" cy="51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ka-GE" sz="29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დასკვნა და შეჯამება</a:t>
            </a:r>
            <a:endParaRPr lang="en-US" sz="29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827355" y="4274198"/>
            <a:ext cx="589879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Session — უსაფრთხო და დროებითი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7496" y="430023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6083062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AVTANDIL TSIKLAURI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41356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27496" y="567330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14477" y="5663784"/>
            <a:ext cx="48349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Cookies — მარტივი და გრძელვადიანი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27496" y="7046384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27355" y="7028604"/>
            <a:ext cx="58688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ორივე მნიშვნელოვანია ვებ განვითარებაში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77666">
            <a:off x="8443658" y="5370633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941020">
            <a:off x="-3526188" y="-6405116"/>
            <a:ext cx="11751190" cy="9550513"/>
          </a:xfrm>
          <a:custGeom>
            <a:avLst/>
            <a:gdLst/>
            <a:ahLst/>
            <a:cxnLst/>
            <a:rect l="l" t="t" r="r" b="b"/>
            <a:pathLst>
              <a:path w="11751190" h="9550513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81857" y="8291827"/>
            <a:ext cx="106143" cy="966473"/>
            <a:chOff x="0" y="0"/>
            <a:chExt cx="626900" cy="57081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6900" cy="5708159"/>
            </a:xfrm>
            <a:custGeom>
              <a:avLst/>
              <a:gdLst/>
              <a:ahLst/>
              <a:cxnLst/>
              <a:rect l="l" t="t" r="r" b="b"/>
              <a:pathLst>
                <a:path w="626900" h="5708159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68697" y="3796856"/>
            <a:ext cx="15550605" cy="2321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76"/>
              </a:lnSpc>
              <a:spcBef>
                <a:spcPct val="0"/>
              </a:spcBef>
            </a:pPr>
            <a:r>
              <a:rPr lang="en-US" sz="1284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6083062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AVTANDIL TSIKLAURI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41356" y="9900145"/>
            <a:ext cx="1555060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167</Words>
  <Application>Microsoft Office PowerPoint</Application>
  <PresentationFormat>Custom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Open Sans Bold</vt:lpstr>
      <vt:lpstr>Poppins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Weird Traditions</dc:title>
  <cp:lastModifiedBy>bruh yes</cp:lastModifiedBy>
  <cp:revision>5</cp:revision>
  <dcterms:created xsi:type="dcterms:W3CDTF">2006-08-16T00:00:00Z</dcterms:created>
  <dcterms:modified xsi:type="dcterms:W3CDTF">2026-05-01T11:38:33Z</dcterms:modified>
  <dc:identifier>DAG6dRMXCFk</dc:identifier>
</cp:coreProperties>
</file>